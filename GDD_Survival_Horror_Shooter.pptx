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68" r:id="rId7"/>
    <p:sldId id="269" r:id="rId8"/>
    <p:sldId id="270" r:id="rId9"/>
    <p:sldId id="271" r:id="rId10"/>
    <p:sldId id="272" r:id="rId11"/>
    <p:sldId id="281" r:id="rId12"/>
    <p:sldId id="280" r:id="rId13"/>
    <p:sldId id="28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67" r:id="rId22"/>
    <p:sldId id="265" r:id="rId23"/>
    <p:sldId id="266" r:id="rId24"/>
  </p:sldIdLst>
  <p:sldSz cx="9144000" cy="6858000" type="screen4x3"/>
  <p:notesSz cx="6858000" cy="9144000"/>
  <p:defaultTextStyle>
    <a:defPPr>
      <a:defRPr lang="fi-FI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4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6999"/>
    <a:srgbClr val="007DAA"/>
    <a:srgbClr val="0D699A"/>
    <a:srgbClr val="1A1A1A"/>
    <a:srgbClr val="287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Vaalea tyyli 3 - Korostus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94"/>
  </p:normalViewPr>
  <p:slideViewPr>
    <p:cSldViewPr snapToGrid="0" snapToObjects="1" showGuides="1">
      <p:cViewPr varScale="1">
        <p:scale>
          <a:sx n="110" d="100"/>
          <a:sy n="110" d="100"/>
        </p:scale>
        <p:origin x="1100" y="76"/>
      </p:cViewPr>
      <p:guideLst>
        <p:guide orient="horz" pos="2254"/>
        <p:guide pos="29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. Aloitus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812800" y="2491433"/>
            <a:ext cx="7518399" cy="119156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fi-FI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812800" y="3792123"/>
            <a:ext cx="7518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fi-FI" dirty="0"/>
          </a:p>
        </p:txBody>
      </p:sp>
      <p:pic>
        <p:nvPicPr>
          <p:cNvPr id="6" name="Kuva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445" y="6179256"/>
            <a:ext cx="2425700" cy="368300"/>
          </a:xfrm>
          <a:prstGeom prst="rect">
            <a:avLst/>
          </a:prstGeom>
        </p:spPr>
      </p:pic>
      <p:pic>
        <p:nvPicPr>
          <p:cNvPr id="7" name="Kuva 6" descr="xamk_logo_tiivis_sin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289" y="6179256"/>
            <a:ext cx="948492" cy="37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4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. Sisältödia valkoisella tausta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12800" y="876301"/>
            <a:ext cx="761999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812800" y="2107315"/>
            <a:ext cx="7518400" cy="33908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 dirty="0"/>
          </a:p>
        </p:txBody>
      </p:sp>
      <p:pic>
        <p:nvPicPr>
          <p:cNvPr id="8" name="Kuva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445" y="6179256"/>
            <a:ext cx="2425700" cy="368300"/>
          </a:xfrm>
          <a:prstGeom prst="rect">
            <a:avLst/>
          </a:prstGeom>
        </p:spPr>
      </p:pic>
      <p:pic>
        <p:nvPicPr>
          <p:cNvPr id="10" name="Kuva 9" descr="xamk_logo_tiivis_sin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289" y="6179256"/>
            <a:ext cx="948492" cy="37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11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. Sisältödia sinisellä taustalla">
    <p:bg>
      <p:bgPr>
        <a:solidFill>
          <a:srgbClr val="0D6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12800" y="873482"/>
            <a:ext cx="75184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812800" y="2118082"/>
            <a:ext cx="7518400" cy="3390895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bg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bg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bg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bg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 dirty="0"/>
          </a:p>
        </p:txBody>
      </p:sp>
      <p:pic>
        <p:nvPicPr>
          <p:cNvPr id="11" name="Kuva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445" y="6179256"/>
            <a:ext cx="4241800" cy="368300"/>
          </a:xfrm>
          <a:prstGeom prst="rect">
            <a:avLst/>
          </a:prstGeom>
        </p:spPr>
      </p:pic>
      <p:pic>
        <p:nvPicPr>
          <p:cNvPr id="13" name="Kuva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68356" y="6179256"/>
            <a:ext cx="9652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6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. Sisältödia kaksi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546101"/>
            <a:ext cx="82296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787712"/>
            <a:ext cx="4038600" cy="33940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 dirty="0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787712"/>
            <a:ext cx="4038600" cy="33940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 dirty="0"/>
          </a:p>
        </p:txBody>
      </p:sp>
      <p:pic>
        <p:nvPicPr>
          <p:cNvPr id="8" name="Kuva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445" y="6179256"/>
            <a:ext cx="2425700" cy="368300"/>
          </a:xfrm>
          <a:prstGeom prst="rect">
            <a:avLst/>
          </a:prstGeom>
        </p:spPr>
      </p:pic>
      <p:pic>
        <p:nvPicPr>
          <p:cNvPr id="9" name="Kuva 8" descr="xamk_logo_tiivis_sin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289" y="6179256"/>
            <a:ext cx="948492" cy="37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3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. Sisältödia kuva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44503" y="533778"/>
            <a:ext cx="4317997" cy="1143000"/>
          </a:xfrm>
        </p:spPr>
        <p:txBody>
          <a:bodyPr>
            <a:normAutofit/>
          </a:bodyPr>
          <a:lstStyle>
            <a:lvl1pPr>
              <a:defRPr sz="3000" baseline="0"/>
            </a:lvl1pPr>
          </a:lstStyle>
          <a:p>
            <a:r>
              <a:rPr lang="en-GB"/>
              <a:t>Click to edit Master title style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44503" y="1760229"/>
            <a:ext cx="4317998" cy="280502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 dirty="0"/>
          </a:p>
        </p:txBody>
      </p:sp>
      <p:sp>
        <p:nvSpPr>
          <p:cNvPr id="15" name="Kuvan paikkamerkki 12"/>
          <p:cNvSpPr>
            <a:spLocks noGrp="1"/>
          </p:cNvSpPr>
          <p:nvPr>
            <p:ph type="pic" sz="quarter" idx="10"/>
          </p:nvPr>
        </p:nvSpPr>
        <p:spPr>
          <a:xfrm>
            <a:off x="5054602" y="455084"/>
            <a:ext cx="3809368" cy="250613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16" name="Kuvan paikkamerkki 12"/>
          <p:cNvSpPr>
            <a:spLocks noGrp="1"/>
          </p:cNvSpPr>
          <p:nvPr>
            <p:ph type="pic" sz="quarter" idx="11"/>
          </p:nvPr>
        </p:nvSpPr>
        <p:spPr>
          <a:xfrm>
            <a:off x="5054602" y="3023299"/>
            <a:ext cx="3809368" cy="250613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fi-FI"/>
          </a:p>
        </p:txBody>
      </p:sp>
      <p:pic>
        <p:nvPicPr>
          <p:cNvPr id="8" name="Kuva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445" y="6179256"/>
            <a:ext cx="2425700" cy="368300"/>
          </a:xfrm>
          <a:prstGeom prst="rect">
            <a:avLst/>
          </a:prstGeom>
        </p:spPr>
      </p:pic>
      <p:pic>
        <p:nvPicPr>
          <p:cNvPr id="9" name="Kuva 8" descr="xamk_logo_tiivis_sin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289" y="6179256"/>
            <a:ext cx="948492" cy="37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4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. Sisältödia isolla kuva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12800" y="3578225"/>
            <a:ext cx="7518400" cy="838054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812800" y="4520873"/>
            <a:ext cx="7518400" cy="11386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Kuvan paikkamerkki 12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9144000" cy="342899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fi-FI" dirty="0"/>
          </a:p>
        </p:txBody>
      </p:sp>
      <p:pic>
        <p:nvPicPr>
          <p:cNvPr id="8" name="Kuva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445" y="6179256"/>
            <a:ext cx="2425700" cy="368300"/>
          </a:xfrm>
          <a:prstGeom prst="rect">
            <a:avLst/>
          </a:prstGeom>
        </p:spPr>
      </p:pic>
      <p:pic>
        <p:nvPicPr>
          <p:cNvPr id="9" name="Kuva 8" descr="xamk_logo_tiivis_sin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289" y="6179256"/>
            <a:ext cx="948492" cy="37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9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. Otsikkodia isolla kuva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uvan paikkamerkki 12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9144000" cy="5746044"/>
          </a:xfrm>
        </p:spPr>
        <p:txBody>
          <a:bodyPr/>
          <a:lstStyle/>
          <a:p>
            <a:r>
              <a:rPr lang="en-GB"/>
              <a:t>Click icon to add picture</a:t>
            </a:r>
            <a:endParaRPr lang="fi-FI" dirty="0"/>
          </a:p>
        </p:txBody>
      </p:sp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075267" y="2919839"/>
            <a:ext cx="6815666" cy="619573"/>
          </a:xfrm>
        </p:spPr>
        <p:txBody>
          <a:bodyPr>
            <a:noAutofit/>
          </a:bodyPr>
          <a:lstStyle>
            <a:lvl1pPr algn="ctr">
              <a:defRPr sz="3200"/>
            </a:lvl1pPr>
          </a:lstStyle>
          <a:p>
            <a:r>
              <a:rPr lang="en-GB"/>
              <a:t>Click to edit Master title style</a:t>
            </a:r>
            <a:endParaRPr lang="fi-FI" dirty="0"/>
          </a:p>
        </p:txBody>
      </p:sp>
      <p:pic>
        <p:nvPicPr>
          <p:cNvPr id="8" name="Kuva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445" y="6179256"/>
            <a:ext cx="2425700" cy="368300"/>
          </a:xfrm>
          <a:prstGeom prst="rect">
            <a:avLst/>
          </a:prstGeom>
        </p:spPr>
      </p:pic>
      <p:pic>
        <p:nvPicPr>
          <p:cNvPr id="9" name="Kuva 8" descr="xamk_logo_tiivis_sin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289" y="6179256"/>
            <a:ext cx="948492" cy="37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6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. Välidia">
    <p:bg>
      <p:bgPr>
        <a:solidFill>
          <a:srgbClr val="0D6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320799" y="2919839"/>
            <a:ext cx="6547557" cy="619573"/>
          </a:xfrm>
        </p:spPr>
        <p:txBody>
          <a:bodyPr>
            <a:noAutofit/>
          </a:bodyPr>
          <a:lstStyle>
            <a:lvl1pPr algn="ctr">
              <a:defRPr sz="320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fi-FI" dirty="0"/>
          </a:p>
        </p:txBody>
      </p:sp>
      <p:pic>
        <p:nvPicPr>
          <p:cNvPr id="5" name="Kuva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445" y="6179256"/>
            <a:ext cx="4241800" cy="368300"/>
          </a:xfrm>
          <a:prstGeom prst="rect">
            <a:avLst/>
          </a:prstGeom>
        </p:spPr>
      </p:pic>
      <p:pic>
        <p:nvPicPr>
          <p:cNvPr id="8" name="Kuva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68356" y="6179256"/>
            <a:ext cx="9652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6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. Dia isolla kuva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uvan paikkamerkki 12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9144000" cy="5746044"/>
          </a:xfrm>
        </p:spPr>
        <p:txBody>
          <a:bodyPr/>
          <a:lstStyle/>
          <a:p>
            <a:r>
              <a:rPr lang="en-GB"/>
              <a:t>Click icon to add picture</a:t>
            </a:r>
            <a:endParaRPr lang="fi-FI" dirty="0"/>
          </a:p>
        </p:txBody>
      </p:sp>
      <p:pic>
        <p:nvPicPr>
          <p:cNvPr id="5" name="Kuva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445" y="6179256"/>
            <a:ext cx="2425700" cy="368300"/>
          </a:xfrm>
          <a:prstGeom prst="rect">
            <a:avLst/>
          </a:prstGeom>
        </p:spPr>
      </p:pic>
      <p:pic>
        <p:nvPicPr>
          <p:cNvPr id="6" name="Kuva 5" descr="xamk_logo_tiivis_sin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289" y="6179256"/>
            <a:ext cx="948492" cy="37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24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. Brändidi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401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. Lopetusdia">
    <p:bg>
      <p:bgPr>
        <a:solidFill>
          <a:srgbClr val="0D6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orakulmio 12"/>
          <p:cNvSpPr/>
          <p:nvPr userDrawn="1"/>
        </p:nvSpPr>
        <p:spPr>
          <a:xfrm>
            <a:off x="32424" y="37828"/>
            <a:ext cx="9073747" cy="6782072"/>
          </a:xfrm>
          <a:prstGeom prst="rect">
            <a:avLst/>
          </a:prstGeom>
          <a:noFill/>
          <a:ln w="76200" cap="sq" cmpd="sng">
            <a:solidFill>
              <a:srgbClr val="FFFFFF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4" name="Kuva 13"/>
          <p:cNvPicPr>
            <a:picLocks noChangeAspect="1"/>
          </p:cNvPicPr>
          <p:nvPr userDrawn="1"/>
        </p:nvPicPr>
        <p:blipFill rotWithShape="1">
          <a:blip r:embed="rId2"/>
          <a:srcRect t="50000"/>
          <a:stretch/>
        </p:blipFill>
        <p:spPr>
          <a:xfrm>
            <a:off x="4420681" y="43232"/>
            <a:ext cx="304800" cy="152400"/>
          </a:xfrm>
          <a:prstGeom prst="rect">
            <a:avLst/>
          </a:prstGeom>
        </p:spPr>
      </p:pic>
      <p:pic>
        <p:nvPicPr>
          <p:cNvPr id="15" name="Kuva 14"/>
          <p:cNvPicPr>
            <a:picLocks noChangeAspect="1"/>
          </p:cNvPicPr>
          <p:nvPr userDrawn="1"/>
        </p:nvPicPr>
        <p:blipFill rotWithShape="1">
          <a:blip r:embed="rId2"/>
          <a:srcRect b="43705"/>
          <a:stretch/>
        </p:blipFill>
        <p:spPr>
          <a:xfrm>
            <a:off x="4422775" y="6686413"/>
            <a:ext cx="304800" cy="171587"/>
          </a:xfrm>
          <a:prstGeom prst="rect">
            <a:avLst/>
          </a:prstGeom>
        </p:spPr>
      </p:pic>
      <p:pic>
        <p:nvPicPr>
          <p:cNvPr id="16" name="Kuva 15"/>
          <p:cNvPicPr>
            <a:picLocks noChangeAspect="1"/>
          </p:cNvPicPr>
          <p:nvPr userDrawn="1"/>
        </p:nvPicPr>
        <p:blipFill rotWithShape="1">
          <a:blip r:embed="rId2"/>
          <a:srcRect l="50000"/>
          <a:stretch/>
        </p:blipFill>
        <p:spPr>
          <a:xfrm>
            <a:off x="57822" y="3276600"/>
            <a:ext cx="152400" cy="304800"/>
          </a:xfrm>
          <a:prstGeom prst="rect">
            <a:avLst/>
          </a:prstGeom>
        </p:spPr>
      </p:pic>
      <p:pic>
        <p:nvPicPr>
          <p:cNvPr id="17" name="Kuva 16"/>
          <p:cNvPicPr>
            <a:picLocks noChangeAspect="1"/>
          </p:cNvPicPr>
          <p:nvPr userDrawn="1"/>
        </p:nvPicPr>
        <p:blipFill rotWithShape="1">
          <a:blip r:embed="rId2"/>
          <a:srcRect r="50000"/>
          <a:stretch/>
        </p:blipFill>
        <p:spPr>
          <a:xfrm>
            <a:off x="8926752" y="3276600"/>
            <a:ext cx="152400" cy="304800"/>
          </a:xfrm>
          <a:prstGeom prst="rect">
            <a:avLst/>
          </a:prstGeom>
        </p:spPr>
      </p:pic>
      <p:pic>
        <p:nvPicPr>
          <p:cNvPr id="18" name="Kuva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4908" y="2673350"/>
            <a:ext cx="44831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6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/>
              <a:t>Muokkaa perustyylejä naps.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3390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/>
              <a:t>Muokkaa tekstin perustyylejä napsauttamalla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221747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53" r:id="rId10"/>
    <p:sldLayoutId id="2147483666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007DA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007DAA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007DAA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007DAA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007DAA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007DAA"/>
        </a:buClr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Name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Game</a:t>
            </a:r>
            <a:endParaRPr lang="fi-FI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Niina Mässeli</a:t>
            </a:r>
          </a:p>
        </p:txBody>
      </p:sp>
    </p:spTree>
    <p:extLst>
      <p:ext uri="{BB962C8B-B14F-4D97-AF65-F5344CB8AC3E}">
        <p14:creationId xmlns:p14="http://schemas.microsoft.com/office/powerpoint/2010/main" val="963884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Story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Arial</a:t>
            </a:r>
            <a:r>
              <a:rPr lang="fi-FI" dirty="0"/>
              <a:t> </a:t>
            </a:r>
            <a:r>
              <a:rPr lang="fi-FI" dirty="0" err="1"/>
              <a:t>regular</a:t>
            </a:r>
            <a:r>
              <a:rPr lang="fi-FI" dirty="0"/>
              <a:t> 18 pt</a:t>
            </a:r>
          </a:p>
        </p:txBody>
      </p:sp>
    </p:spTree>
    <p:extLst>
      <p:ext uri="{BB962C8B-B14F-4D97-AF65-F5344CB8AC3E}">
        <p14:creationId xmlns:p14="http://schemas.microsoft.com/office/powerpoint/2010/main" val="2398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5562-B03B-9A4F-93F8-DF9BB6B47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Characters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69574-7896-494A-88B2-70AC51732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520634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World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2530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Environment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0611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Level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7028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Gameplay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62336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B1D4-B797-3140-8E1F-A339ADDC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Progression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CC9B2-03DC-D644-94C6-0E4EA13C8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89461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Monetization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1377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2959-08B0-A14E-8524-834AAF69B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Rules</a:t>
            </a:r>
            <a:r>
              <a:rPr lang="fi-FI" dirty="0"/>
              <a:t> </a:t>
            </a:r>
            <a:r>
              <a:rPr lang="fi-FI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9ED59-99FD-FE46-8CCC-DC99627F9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39165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Art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79112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Sound </a:t>
            </a:r>
            <a:r>
              <a:rPr lang="fi-FI" dirty="0" err="1"/>
              <a:t>effects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51965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Music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90275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User </a:t>
            </a:r>
            <a:r>
              <a:rPr lang="fi-FI" dirty="0" err="1"/>
              <a:t>interface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2440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Game</a:t>
            </a:r>
            <a:r>
              <a:rPr lang="fi-FI" dirty="0"/>
              <a:t>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28583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Platform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85335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4D7C-1835-6C4D-853F-69162F1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Technical </a:t>
            </a:r>
            <a:r>
              <a:rPr lang="fi-FI" dirty="0" err="1"/>
              <a:t>details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62B3-9444-B54F-9638-F93599D0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88376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tsikko 1"/>
          <p:cNvSpPr>
            <a:spLocks noGrp="1"/>
          </p:cNvSpPr>
          <p:nvPr>
            <p:ph type="title"/>
          </p:nvPr>
        </p:nvSpPr>
        <p:spPr>
          <a:xfrm>
            <a:off x="1066790" y="876301"/>
            <a:ext cx="7366000" cy="1143000"/>
          </a:xfrm>
        </p:spPr>
        <p:txBody>
          <a:bodyPr/>
          <a:lstStyle/>
          <a:p>
            <a:r>
              <a:rPr lang="fi-FI" dirty="0"/>
              <a:t>Otsikko </a:t>
            </a:r>
            <a:r>
              <a:rPr lang="fi-FI" dirty="0" err="1"/>
              <a:t>Arial</a:t>
            </a:r>
            <a:r>
              <a:rPr lang="fi-FI" dirty="0"/>
              <a:t> </a:t>
            </a:r>
            <a:r>
              <a:rPr lang="fi-FI" dirty="0" err="1"/>
              <a:t>Bold</a:t>
            </a:r>
            <a:r>
              <a:rPr lang="fi-FI" dirty="0"/>
              <a:t> 32 </a:t>
            </a:r>
            <a:r>
              <a:rPr lang="fi-FI" dirty="0" err="1"/>
              <a:t>pt</a:t>
            </a:r>
            <a:endParaRPr lang="fi-FI" dirty="0"/>
          </a:p>
        </p:txBody>
      </p:sp>
      <p:graphicFrame>
        <p:nvGraphicFramePr>
          <p:cNvPr id="9" name="Taulukko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744715"/>
              </p:ext>
            </p:extLst>
          </p:nvPr>
        </p:nvGraphicFramePr>
        <p:xfrm>
          <a:off x="1130300" y="2250135"/>
          <a:ext cx="7086600" cy="3296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1283">
                <a:tc>
                  <a:txBody>
                    <a:bodyPr/>
                    <a:lstStyle/>
                    <a:p>
                      <a:r>
                        <a:rPr lang="fi-FI" dirty="0"/>
                        <a:t>Taulukko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dirty="0"/>
                        <a:t>Taulukko 2</a:t>
                      </a:r>
                    </a:p>
                    <a:p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dirty="0"/>
                        <a:t>Taulukko 3</a:t>
                      </a:r>
                    </a:p>
                    <a:p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dirty="0"/>
                        <a:t>Taulukko 4</a:t>
                      </a:r>
                    </a:p>
                    <a:p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dirty="0"/>
                        <a:t>Taulukko 5</a:t>
                      </a:r>
                    </a:p>
                    <a:p>
                      <a:endParaRPr lang="fi-F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283"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283"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283"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283"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283"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/>
                        <a:t>sisältö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kstiruutu 9"/>
          <p:cNvSpPr txBox="1"/>
          <p:nvPr/>
        </p:nvSpPr>
        <p:spPr>
          <a:xfrm>
            <a:off x="-1892300" y="29591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62662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300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200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Mukautettu 10">
      <a:dk1>
        <a:sysClr val="windowText" lastClr="000000"/>
      </a:dk1>
      <a:lt1>
        <a:sysClr val="window" lastClr="FFFFFF"/>
      </a:lt1>
      <a:dk2>
        <a:srgbClr val="0D699A"/>
      </a:dk2>
      <a:lt2>
        <a:srgbClr val="EEECE1"/>
      </a:lt2>
      <a:accent1>
        <a:srgbClr val="0D699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, klassinen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XAMKpohja" id="{45C05044-1483-554F-A670-79E91FD7B03C}" vid="{E06FCEAE-2986-9B4D-9389-15CDF02EEBF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49E0788EA5136D47BE4A87530CD70557" ma:contentTypeVersion="1" ma:contentTypeDescription="Luo uusi asiakirja." ma:contentTypeScope="" ma:versionID="ede70b98b5f10b1696a9aa215d9fda8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ec41fa38566c5dfcabfa1df2b84f69da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joituksen alkamispäivämäärä" ma:description="Ajoituksen alkamispäivämäärä on julkaisuominaisuuden luoma sivustosarake. Sillä määritetään päivämäärä ja kellonaika, jolloin vierailijat näkevät sivuston ensimmäisen kerran." ma:hidden="true" ma:internalName="PublishingStartDate">
      <xsd:simpleType>
        <xsd:restriction base="dms:Unknown"/>
      </xsd:simpleType>
    </xsd:element>
    <xsd:element name="PublishingExpirationDate" ma:index="9" nillable="true" ma:displayName="Ajoituksen päättymispäivämäärä" ma:description="Ajoituksen päättymispäivämäärä on julkaisuominaisuuden luoma sivustosarake. Sillä määritetään päivämäärä ja kellonaika, jolloin vierailijat eivät enää näe tätä sivustoa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DEB17FF-D8EC-42BB-B454-06DA05186C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AD96FD-15D2-4BDA-BA84-83C0501678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978AD4-76C8-4B46-BD91-22FA7713E7C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Office-teema</Template>
  <TotalTime>14</TotalTime>
  <Words>75</Words>
  <Application>Microsoft Office PowerPoint</Application>
  <PresentationFormat>On-screen Show (4:3)</PresentationFormat>
  <Paragraphs>50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Office-teema</vt:lpstr>
      <vt:lpstr>Name of The Game</vt:lpstr>
      <vt:lpstr>Story</vt:lpstr>
      <vt:lpstr>Characters</vt:lpstr>
      <vt:lpstr>World design</vt:lpstr>
      <vt:lpstr>Environment design</vt:lpstr>
      <vt:lpstr>Level design</vt:lpstr>
      <vt:lpstr>Gameplay</vt:lpstr>
      <vt:lpstr>Progression</vt:lpstr>
      <vt:lpstr>Monetization</vt:lpstr>
      <vt:lpstr>Rules flowchart</vt:lpstr>
      <vt:lpstr>Art</vt:lpstr>
      <vt:lpstr>Sound effects</vt:lpstr>
      <vt:lpstr>Music</vt:lpstr>
      <vt:lpstr>User interface</vt:lpstr>
      <vt:lpstr>Game Controls</vt:lpstr>
      <vt:lpstr>Platform</vt:lpstr>
      <vt:lpstr>Technical details</vt:lpstr>
      <vt:lpstr>Otsikko Arial Bold 32 pt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The Game</dc:title>
  <dc:creator>Mässeli Niina</dc:creator>
  <cp:lastModifiedBy>IVAN VEDROV</cp:lastModifiedBy>
  <cp:revision>2</cp:revision>
  <dcterms:created xsi:type="dcterms:W3CDTF">2019-09-12T04:38:03Z</dcterms:created>
  <dcterms:modified xsi:type="dcterms:W3CDTF">2024-01-31T08:33:27Z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0x01010049E0788EA5136D47BE4A87530CD70557</vt:lpwstr>
  </property>
</Properties>
</file>